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14BC"/>
    <a:srgbClr val="0511F2"/>
    <a:srgbClr val="A9A9F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6" d="100"/>
          <a:sy n="86" d="100"/>
        </p:scale>
        <p:origin x="33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F6639-7B47-4F47-8300-1F80AB809780}" type="datetimeFigureOut">
              <a:rPr lang="pt-BR" smtClean="0"/>
              <a:t>20/01/2026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93ABC-F6F4-495B-8836-092E45951B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286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F6639-7B47-4F47-8300-1F80AB809780}" type="datetimeFigureOut">
              <a:rPr lang="pt-BR" smtClean="0"/>
              <a:t>20/01/2026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93ABC-F6F4-495B-8836-092E45951B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000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F6639-7B47-4F47-8300-1F80AB809780}" type="datetimeFigureOut">
              <a:rPr lang="pt-BR" smtClean="0"/>
              <a:t>20/01/2026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93ABC-F6F4-495B-8836-092E45951B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4724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F6639-7B47-4F47-8300-1F80AB809780}" type="datetimeFigureOut">
              <a:rPr lang="pt-BR" smtClean="0"/>
              <a:t>20/01/2026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93ABC-F6F4-495B-8836-092E45951B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3242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F6639-7B47-4F47-8300-1F80AB809780}" type="datetimeFigureOut">
              <a:rPr lang="pt-BR" smtClean="0"/>
              <a:t>20/01/2026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93ABC-F6F4-495B-8836-092E45951B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897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F6639-7B47-4F47-8300-1F80AB809780}" type="datetimeFigureOut">
              <a:rPr lang="pt-BR" smtClean="0"/>
              <a:t>20/01/2026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93ABC-F6F4-495B-8836-092E45951B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735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F6639-7B47-4F47-8300-1F80AB809780}" type="datetimeFigureOut">
              <a:rPr lang="pt-BR" smtClean="0"/>
              <a:t>20/01/2026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93ABC-F6F4-495B-8836-092E45951B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3835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F6639-7B47-4F47-8300-1F80AB809780}" type="datetimeFigureOut">
              <a:rPr lang="pt-BR" smtClean="0"/>
              <a:t>20/01/2026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93ABC-F6F4-495B-8836-092E45951B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016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F6639-7B47-4F47-8300-1F80AB809780}" type="datetimeFigureOut">
              <a:rPr lang="pt-BR" smtClean="0"/>
              <a:t>20/01/2026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93ABC-F6F4-495B-8836-092E45951B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6828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F6639-7B47-4F47-8300-1F80AB809780}" type="datetimeFigureOut">
              <a:rPr lang="pt-BR" smtClean="0"/>
              <a:t>20/01/2026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93ABC-F6F4-495B-8836-092E45951B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412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F6639-7B47-4F47-8300-1F80AB809780}" type="datetimeFigureOut">
              <a:rPr lang="pt-BR" smtClean="0"/>
              <a:t>20/01/2026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93ABC-F6F4-495B-8836-092E45951B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3510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3F6639-7B47-4F47-8300-1F80AB809780}" type="datetimeFigureOut">
              <a:rPr lang="pt-BR" smtClean="0"/>
              <a:t>20/01/2026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193ABC-F6F4-495B-8836-092E45951B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6483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 descr="Diagrama">
            <a:extLst>
              <a:ext uri="{FF2B5EF4-FFF2-40B4-BE49-F238E27FC236}">
                <a16:creationId xmlns:a16="http://schemas.microsoft.com/office/drawing/2014/main" id="{2DA0F4B3-C1AA-139B-7297-6741BBC70B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BBD46CC3-32C4-EB55-C6CC-729466ADB5E3}"/>
              </a:ext>
            </a:extLst>
          </p:cNvPr>
          <p:cNvSpPr/>
          <p:nvPr/>
        </p:nvSpPr>
        <p:spPr>
          <a:xfrm>
            <a:off x="0" y="0"/>
            <a:ext cx="1304693" cy="6858000"/>
          </a:xfrm>
          <a:prstGeom prst="roundRect">
            <a:avLst/>
          </a:prstGeom>
          <a:solidFill>
            <a:srgbClr val="FFFFFF">
              <a:alpha val="69804"/>
            </a:srgbClr>
          </a:solidFill>
          <a:ln w="38100">
            <a:solidFill>
              <a:srgbClr val="0511F2"/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 descr="Texto">
            <a:extLst>
              <a:ext uri="{FF2B5EF4-FFF2-40B4-BE49-F238E27FC236}">
                <a16:creationId xmlns:a16="http://schemas.microsoft.com/office/drawing/2014/main" id="{85E181A5-AB3C-9B49-9129-417E17DD3B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83634"/>
            <a:ext cx="1304693" cy="696951"/>
          </a:xfrm>
          <a:prstGeom prst="rect">
            <a:avLst/>
          </a:prstGeom>
        </p:spPr>
      </p:pic>
      <p:pic>
        <p:nvPicPr>
          <p:cNvPr id="3" name="Imagem 2" descr="Ícone&#10;&#10;O conteúdo gerado por IA pode estar incorreto.">
            <a:extLst>
              <a:ext uri="{FF2B5EF4-FFF2-40B4-BE49-F238E27FC236}">
                <a16:creationId xmlns:a16="http://schemas.microsoft.com/office/drawing/2014/main" id="{3E852C40-8F8D-6E16-D093-6C0392FFD96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9978" y="3389148"/>
            <a:ext cx="45719" cy="45897"/>
          </a:xfrm>
          <a:prstGeom prst="rect">
            <a:avLst/>
          </a:prstGeom>
        </p:spPr>
      </p:pic>
      <p:pic>
        <p:nvPicPr>
          <p:cNvPr id="5" name="Imagem 4" descr="Forma&#10;&#10;O conteúdo gerado por IA pode estar incorreto.">
            <a:extLst>
              <a:ext uri="{FF2B5EF4-FFF2-40B4-BE49-F238E27FC236}">
                <a16:creationId xmlns:a16="http://schemas.microsoft.com/office/drawing/2014/main" id="{793A9EC1-66AC-FD38-50BD-86D1ECF749C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782" y="5270542"/>
            <a:ext cx="601418" cy="601418"/>
          </a:xfrm>
          <a:prstGeom prst="rect">
            <a:avLst/>
          </a:prstGeom>
        </p:spPr>
      </p:pic>
      <p:pic>
        <p:nvPicPr>
          <p:cNvPr id="9" name="Imagem 8" descr="Forma&#10;&#10;O conteúdo gerado por IA pode estar incorreto.">
            <a:extLst>
              <a:ext uri="{FF2B5EF4-FFF2-40B4-BE49-F238E27FC236}">
                <a16:creationId xmlns:a16="http://schemas.microsoft.com/office/drawing/2014/main" id="{4400A599-4845-1DE1-D7C5-59B58B3EEA2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635" y="1755205"/>
            <a:ext cx="563710" cy="563710"/>
          </a:xfrm>
          <a:prstGeom prst="rect">
            <a:avLst/>
          </a:prstGeom>
        </p:spPr>
      </p:pic>
      <p:pic>
        <p:nvPicPr>
          <p:cNvPr id="12" name="Imagem 11" descr="Forma&#10;&#10;O conteúdo gerado por IA pode estar incorreto.">
            <a:extLst>
              <a:ext uri="{FF2B5EF4-FFF2-40B4-BE49-F238E27FC236}">
                <a16:creationId xmlns:a16="http://schemas.microsoft.com/office/drawing/2014/main" id="{A976780A-BE8E-B79C-EAA8-5F66C976C5A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490" y="6083125"/>
            <a:ext cx="563710" cy="563710"/>
          </a:xfrm>
          <a:prstGeom prst="rect">
            <a:avLst/>
          </a:prstGeom>
        </p:spPr>
      </p:pic>
      <p:pic>
        <p:nvPicPr>
          <p:cNvPr id="14" name="Imagem 13" descr="Forma&#10;&#10;O conteúdo gerado por IA pode estar incorreto.">
            <a:extLst>
              <a:ext uri="{FF2B5EF4-FFF2-40B4-BE49-F238E27FC236}">
                <a16:creationId xmlns:a16="http://schemas.microsoft.com/office/drawing/2014/main" id="{0CDAF533-5911-D198-EFB0-F74A992D7C07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835" y="2447816"/>
            <a:ext cx="728238" cy="728238"/>
          </a:xfrm>
          <a:prstGeom prst="rect">
            <a:avLst/>
          </a:prstGeom>
        </p:spPr>
      </p:pic>
      <p:pic>
        <p:nvPicPr>
          <p:cNvPr id="18" name="Imagem 17" descr="Ícone&#10;&#10;O conteúdo gerado por IA pode estar incorreto.">
            <a:extLst>
              <a:ext uri="{FF2B5EF4-FFF2-40B4-BE49-F238E27FC236}">
                <a16:creationId xmlns:a16="http://schemas.microsoft.com/office/drawing/2014/main" id="{C4755572-0653-BEA4-22E4-D9A2DA1039B9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371" y="986040"/>
            <a:ext cx="728239" cy="563710"/>
          </a:xfrm>
          <a:prstGeom prst="rect">
            <a:avLst/>
          </a:prstGeom>
        </p:spPr>
      </p:pic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E538ADA2-EC72-39BD-022F-B7B90D3A6D8C}"/>
              </a:ext>
            </a:extLst>
          </p:cNvPr>
          <p:cNvSpPr/>
          <p:nvPr/>
        </p:nvSpPr>
        <p:spPr>
          <a:xfrm>
            <a:off x="3028149" y="83634"/>
            <a:ext cx="7030251" cy="696951"/>
          </a:xfrm>
          <a:prstGeom prst="roundRect">
            <a:avLst/>
          </a:prstGeom>
          <a:solidFill>
            <a:srgbClr val="FFFFFF">
              <a:alpha val="69804"/>
            </a:srgbClr>
          </a:solidFill>
          <a:ln w="38100">
            <a:solidFill>
              <a:srgbClr val="0511F2"/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9466E2E-52E8-CCB7-C699-DCB2CEB34634}"/>
              </a:ext>
            </a:extLst>
          </p:cNvPr>
          <p:cNvSpPr txBox="1"/>
          <p:nvPr/>
        </p:nvSpPr>
        <p:spPr>
          <a:xfrm>
            <a:off x="3189249" y="108943"/>
            <a:ext cx="671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Visão Geral Dos Funcionários</a:t>
            </a:r>
          </a:p>
        </p:txBody>
      </p:sp>
    </p:spTree>
    <p:extLst>
      <p:ext uri="{BB962C8B-B14F-4D97-AF65-F5344CB8AC3E}">
        <p14:creationId xmlns:p14="http://schemas.microsoft.com/office/powerpoint/2010/main" val="168732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 descr="Imagem em preto e branco&#10;&#10;O conteúdo gerado por IA pode estar incorreto.">
            <a:extLst>
              <a:ext uri="{FF2B5EF4-FFF2-40B4-BE49-F238E27FC236}">
                <a16:creationId xmlns:a16="http://schemas.microsoft.com/office/drawing/2014/main" id="{72F7043C-02E9-B28D-865F-4FDBDC62DE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385"/>
            <a:ext cx="12192000" cy="6817230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F95F29B2-FB5A-DF73-5F4B-A41D0C21EEB4}"/>
              </a:ext>
            </a:extLst>
          </p:cNvPr>
          <p:cNvSpPr/>
          <p:nvPr/>
        </p:nvSpPr>
        <p:spPr>
          <a:xfrm>
            <a:off x="0" y="0"/>
            <a:ext cx="810322" cy="6858000"/>
          </a:xfrm>
          <a:prstGeom prst="rect">
            <a:avLst/>
          </a:prstGeom>
          <a:solidFill>
            <a:srgbClr val="0511F2"/>
          </a:solidFill>
          <a:ln w="38100">
            <a:solidFill>
              <a:srgbClr val="0511F2"/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45C5E5D-7BCF-2FFC-A122-72FA443B098B}"/>
              </a:ext>
            </a:extLst>
          </p:cNvPr>
          <p:cNvSpPr/>
          <p:nvPr/>
        </p:nvSpPr>
        <p:spPr>
          <a:xfrm>
            <a:off x="1211766" y="5066371"/>
            <a:ext cx="3661317" cy="1245219"/>
          </a:xfrm>
          <a:prstGeom prst="rect">
            <a:avLst/>
          </a:prstGeom>
          <a:solidFill>
            <a:srgbClr val="0511F2"/>
          </a:solidFill>
          <a:ln w="38100">
            <a:solidFill>
              <a:srgbClr val="0511F2"/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58C8DA9C-7F32-4EF5-881A-28A43C0E625A}"/>
              </a:ext>
            </a:extLst>
          </p:cNvPr>
          <p:cNvSpPr/>
          <p:nvPr/>
        </p:nvSpPr>
        <p:spPr>
          <a:xfrm>
            <a:off x="8051180" y="341970"/>
            <a:ext cx="3847171" cy="2568498"/>
          </a:xfrm>
          <a:prstGeom prst="rect">
            <a:avLst/>
          </a:prstGeom>
          <a:solidFill>
            <a:schemeClr val="bg2">
              <a:lumMod val="75000"/>
              <a:alpha val="69804"/>
            </a:schemeClr>
          </a:solidFill>
          <a:ln w="38100">
            <a:solidFill>
              <a:schemeClr val="bg2">
                <a:lumMod val="75000"/>
              </a:schemeClr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A943FFDD-D7AF-3361-AD59-796B1BB42046}"/>
              </a:ext>
            </a:extLst>
          </p:cNvPr>
          <p:cNvGrpSpPr/>
          <p:nvPr/>
        </p:nvGrpSpPr>
        <p:grpSpPr>
          <a:xfrm>
            <a:off x="1029630" y="143107"/>
            <a:ext cx="2512743" cy="873514"/>
            <a:chOff x="1040781" y="122664"/>
            <a:chExt cx="2512743" cy="873514"/>
          </a:xfrm>
          <a:solidFill>
            <a:schemeClr val="bg2">
              <a:lumMod val="75000"/>
            </a:schemeClr>
          </a:solidFill>
        </p:grpSpPr>
        <p:sp>
          <p:nvSpPr>
            <p:cNvPr id="2" name="Retângulo 1">
              <a:extLst>
                <a:ext uri="{FF2B5EF4-FFF2-40B4-BE49-F238E27FC236}">
                  <a16:creationId xmlns:a16="http://schemas.microsoft.com/office/drawing/2014/main" id="{DF1DC8C1-052D-315C-A885-DC86DFE2206A}"/>
                </a:ext>
              </a:extLst>
            </p:cNvPr>
            <p:cNvSpPr/>
            <p:nvPr/>
          </p:nvSpPr>
          <p:spPr>
            <a:xfrm>
              <a:off x="1040781" y="122664"/>
              <a:ext cx="2512743" cy="873514"/>
            </a:xfrm>
            <a:prstGeom prst="rect">
              <a:avLst/>
            </a:prstGeom>
            <a:grpFill/>
            <a:ln w="38100">
              <a:solidFill>
                <a:schemeClr val="bg2">
                  <a:lumMod val="75000"/>
                </a:schemeClr>
              </a:solidFill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3" name="Imagem 2" descr="Texto">
              <a:extLst>
                <a:ext uri="{FF2B5EF4-FFF2-40B4-BE49-F238E27FC236}">
                  <a16:creationId xmlns:a16="http://schemas.microsoft.com/office/drawing/2014/main" id="{8CA3E812-A3B2-404D-B46A-3D5B415B4C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0781" y="163551"/>
              <a:ext cx="2512743" cy="832626"/>
            </a:xfrm>
            <a:prstGeom prst="rect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</p:pic>
      </p:grpSp>
      <p:sp>
        <p:nvSpPr>
          <p:cNvPr id="5" name="CaixaDeTexto 4">
            <a:extLst>
              <a:ext uri="{FF2B5EF4-FFF2-40B4-BE49-F238E27FC236}">
                <a16:creationId xmlns:a16="http://schemas.microsoft.com/office/drawing/2014/main" id="{A63D8DC8-6174-7804-4F50-7DB6E1A04735}"/>
              </a:ext>
            </a:extLst>
          </p:cNvPr>
          <p:cNvSpPr txBox="1"/>
          <p:nvPr/>
        </p:nvSpPr>
        <p:spPr>
          <a:xfrm>
            <a:off x="8162693" y="902944"/>
            <a:ext cx="373565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rgbClr val="0314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DASHBOARD</a:t>
            </a:r>
          </a:p>
          <a:p>
            <a:r>
              <a:rPr lang="pt-BR" sz="4400" dirty="0">
                <a:solidFill>
                  <a:srgbClr val="0314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EXECUTIVO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0261E94-E0B5-35D7-9FF6-81FC8A65FE46}"/>
              </a:ext>
            </a:extLst>
          </p:cNvPr>
          <p:cNvSpPr txBox="1"/>
          <p:nvPr/>
        </p:nvSpPr>
        <p:spPr>
          <a:xfrm>
            <a:off x="1431073" y="5304259"/>
            <a:ext cx="322270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COMEÇAR</a:t>
            </a:r>
          </a:p>
        </p:txBody>
      </p:sp>
    </p:spTree>
    <p:extLst>
      <p:ext uri="{BB962C8B-B14F-4D97-AF65-F5344CB8AC3E}">
        <p14:creationId xmlns:p14="http://schemas.microsoft.com/office/powerpoint/2010/main" val="189336411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7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Marcus</dc:creator>
  <cp:lastModifiedBy>KAUA DA SILVEIRA NASCIMENTO MACHADO</cp:lastModifiedBy>
  <cp:revision>15</cp:revision>
  <dcterms:created xsi:type="dcterms:W3CDTF">2019-10-17T17:45:02Z</dcterms:created>
  <dcterms:modified xsi:type="dcterms:W3CDTF">2026-01-21T00:13:23Z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2026-01-20T17:23:49Z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38ae2f02-5710-4e12-80bb-83600c3fdf1e</vt:lpwstr>
  </property>
  <property fmtid="{D5CDD505-2E9C-101B-9397-08002B2CF9AE}" pid="7" name="MSIP_Label_defa4170-0d19-0005-0004-bc88714345d2_ActionId">
    <vt:lpwstr>cf17f859-7b99-406b-8bd8-b3c9e77e843a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